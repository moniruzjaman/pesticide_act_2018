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Thumbs1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ilent-cris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destructive-imp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rav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why-crisis-grow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part1-di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what-is-fake-wh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what-defines-f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cience-of-r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types-of-f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real-vs-fake-matr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multi-directional-da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part2-di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act-2018-sh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registration-licen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mrp-com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valid-label-anatom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external-def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fake-label-anatom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part3-di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detection-check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red-flags-sa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nativo-field-gu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case-name-distor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case-weight-lab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real-vs-fake-qui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part4-di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what-is-resist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resistance-ev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hidden-danger-f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resistance-ques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resistance-visualiz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overdose-tr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part5-di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inspector-pow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sample-protoc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crimes-penal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confisc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-part6-di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-honorable-pa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-why-irm-matt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-four-benefi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-smart-farmer-too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-solution-in-our-han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-guardians-food-secur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-inspectors-summ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-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বালাইনাশক আইন, ২০১৮ — খুচরা বিক্রেতার সমন্বিত নির্দেশিকা</dc:title>
  <dc:subject>Pesticide Act 2018 (Bangladesh) — Comprehensive Guide for Pesticide Retailers</dc:subject>
  <dc:creator>Genspark deck export</dc:creator>
  <cp:keywords>বালাইনাশক আইন ২০১৮; Pesticide Act 2018; Bangladesh; pesticide retailer guide</cp:keywords>
  <dc:description>47-slide Bengali guide on the Pesticide Act 2018 for retail dealers.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Training / Regulatory Guide</cp:category>
  <dc:language>bn-BD</dc:language>
</cp:coreProperties>
</file>